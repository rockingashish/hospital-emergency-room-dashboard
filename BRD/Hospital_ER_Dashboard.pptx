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C2B2B"/>
          </a:solidFill>
          <a:ln w="12700">
            <a:solidFill>
              <a:srgbClr val="1C2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HOSPITAL EMERGENCY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ROOM DASHBOARD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2DFCA"/>
                </a:solidFill>
              </a:rPr>
              <a:t>Power BI Analytics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CFB0"/>
                </a:solidFill>
              </a:rPr>
              <a:t>Patient Management  •  Wait Time Analysis  •  Satisfaction Insights  •  Referral Tracking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April 2023 – October 2024  |  9,216 Unique Patients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HOSPITAL EMERGENCY ROOM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</a:rPr>
              <a:t>Steps in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41148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5361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Requirement Gathering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9019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Define business goals and KPIs for the ER dashboard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274320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06040"/>
            <a:ext cx="41148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060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26791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Data Walkthrough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" y="30449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Understand dataset structure, fields, and relationships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274320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749040"/>
            <a:ext cx="41148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7490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" y="38221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Data Connection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" y="41879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Connect Power BI to the Excel data source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64408" y="1463040"/>
            <a:ext cx="274320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1463040"/>
            <a:ext cx="41148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4630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39896" y="15361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Data Cleaning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39896" y="19019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Handle missing values, duplicates, and quality checks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64408" y="2606040"/>
            <a:ext cx="274320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606040"/>
            <a:ext cx="41148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6060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39896" y="26791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Data Modeling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39896" y="30449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Build relationships between Date Table and ER Data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64408" y="3749040"/>
            <a:ext cx="274320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64408" y="3749040"/>
            <a:ext cx="41148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37490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39896" y="38221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DAX Calculations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39896" y="41879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Create measures: No. of Patients, Avg Wait Time, etc.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08776" y="1463040"/>
            <a:ext cx="274320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1463040"/>
            <a:ext cx="41148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8776" y="14630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84264" y="15361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Dashboard Layout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84264" y="19019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Design wireframe and visual structure for 4 dashboards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08776" y="2606040"/>
            <a:ext cx="274320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08776" y="2606040"/>
            <a:ext cx="41148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08776" y="26060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684264" y="26791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Charts &amp; Formatting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84264" y="30449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Develop all visuals with consistent styling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08776" y="3749040"/>
            <a:ext cx="274320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08776" y="3749040"/>
            <a:ext cx="41148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08776" y="37490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84264" y="38221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Insights Generation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84264" y="41879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Write key takeaways and descriptive analysis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HOSPITAL EMERGENCY ROOM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</a:rPr>
              <a:t>Dashboard Overview — 4 Views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402336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1: Monthly 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B"/>
                </a:solidFill>
              </a:rPr>
              <a:t>Monitor KPIs and trends on a month-by-month basis. Filter by Month Name and Year to track patterns and seasonal changes.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63040"/>
            <a:ext cx="4023360" cy="411480"/>
          </a:xfrm>
          <a:prstGeom prst="rect">
            <a:avLst/>
          </a:prstGeom>
          <a:solidFill>
            <a:srgbClr val="0D6B8F"/>
          </a:solidFill>
          <a:ln w="12700">
            <a:solidFill>
              <a:srgbClr val="0D6B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2: Consolidated 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93852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B"/>
                </a:solidFill>
              </a:rPr>
              <a:t>Holistic summary of hospital performance across a customizable date range for broader trend analysis.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54680"/>
            <a:ext cx="4023360" cy="41148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3: Patient Details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3016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B"/>
                </a:solidFill>
              </a:rPr>
              <a:t>Granular patient-level data grid with ID, name, gender, age, wait time, referral, and admission status.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54680"/>
            <a:ext cx="40233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4: Key Takeaways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63016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B"/>
                </a:solidFill>
              </a:rPr>
              <a:t>Descriptive analysis with actionable insights, patterns, anomalies and recommendations for stakeholders.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HOSPITAL EMERGENCY ROOM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</a:rPr>
              <a:t>KPI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993392" cy="338328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1993392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5544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A4A"/>
                </a:solidFill>
              </a:rPr>
              <a:t>9,216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" y="26517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No. of Patients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3081528"/>
            <a:ext cx="17739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Total unique patients visiting the ER. Displayed with a daily area sparkline to identify peak days and seasonal trends.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04872" y="1417320"/>
            <a:ext cx="1993392" cy="338328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4872" y="1417320"/>
            <a:ext cx="1993392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5544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04872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A4A"/>
                </a:solidFill>
              </a:rPr>
              <a:t>35.3 Min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04872" y="26517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Avg Wait 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3081528"/>
            <a:ext cx="17739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Average time patients wait before being attended to. Sparkline reveals daily fluctuations and operational pressure points.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81144" y="1417320"/>
            <a:ext cx="1993392" cy="338328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81144" y="1417320"/>
            <a:ext cx="1993392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15544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81144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A4A"/>
                </a:solidFill>
              </a:rPr>
              <a:t>4.99 / 10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81144" y="26517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Patient Satisfaction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0872" y="3081528"/>
            <a:ext cx="17739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Average satisfaction score evaluated daily. Dips in score are correlated with peak hours and operational challenges.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57416" y="1417320"/>
            <a:ext cx="1993392" cy="338328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57416" y="1417320"/>
            <a:ext cx="1993392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15544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57416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A4A"/>
                </a:solidFill>
              </a:rPr>
              <a:t>3,816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57416" y="26517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Patients Referred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67144" y="3081528"/>
            <a:ext cx="17739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Count of patients referred to specialist departments. Tracks departments with high referral volumes needing more resources.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HOSPITAL EMERGENCY ROOM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</a:rPr>
              <a:t>Dashboard 1 — Monthly View: Charts to Build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251960" cy="749808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73152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1645920" cy="256032"/>
          </a:xfrm>
          <a:prstGeom prst="rect">
            <a:avLst/>
          </a:prstGeom>
          <a:solidFill>
            <a:srgbClr val="02A85E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Table Visual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Patient Admission Status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956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Admitted vs Not Admitted patient count with % triage breakdown.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749808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463040"/>
            <a:ext cx="73152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08760"/>
            <a:ext cx="1645920" cy="256032"/>
          </a:xfrm>
          <a:prstGeom prst="rect">
            <a:avLst/>
          </a:prstGeom>
          <a:solidFill>
            <a:srgbClr val="02A85E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Column Chart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46320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No. of Patients by Age Group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1956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Patients grouped in 10-year intervals: 0-9, 10-19 ... 70-79.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251960" cy="749808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77440"/>
            <a:ext cx="73152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23160"/>
            <a:ext cx="1645920" cy="256032"/>
          </a:xfrm>
          <a:prstGeom prst="rect">
            <a:avLst/>
          </a:prstGeom>
          <a:solidFill>
            <a:srgbClr val="02A85E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Bar Chart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Department Referrals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2871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Referral volume per department: General Practice, Ortho, Physio, Cardiology.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251960" cy="749808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77440"/>
            <a:ext cx="73152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23160"/>
            <a:ext cx="1645920" cy="256032"/>
          </a:xfrm>
          <a:prstGeom prst="rect">
            <a:avLst/>
          </a:prstGeom>
          <a:solidFill>
            <a:srgbClr val="02A85E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Donut Chart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4632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Timeliness — Within 30 Mins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871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% of patients seen within 30 minutes: Target Met vs Target Missed.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4251960" cy="749808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91840"/>
            <a:ext cx="73152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337560"/>
            <a:ext cx="1645920" cy="256032"/>
          </a:xfrm>
          <a:prstGeom prst="rect">
            <a:avLst/>
          </a:prstGeom>
          <a:solidFill>
            <a:srgbClr val="02A85E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Donut Chart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1480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No. of Patients by Gender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Male, Female, and Not Confirmed patient distribution.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3291840"/>
            <a:ext cx="4251960" cy="749808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291840"/>
            <a:ext cx="73152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337560"/>
            <a:ext cx="1645920" cy="256032"/>
          </a:xfrm>
          <a:prstGeom prst="rect">
            <a:avLst/>
          </a:prstGeom>
          <a:solidFill>
            <a:srgbClr val="02A85E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Bar Chart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46320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Patient Race Distribution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Breakdown by White, African American, Asian, Multi-racial, etc.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4206240"/>
            <a:ext cx="73152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51960"/>
            <a:ext cx="1645920" cy="274320"/>
          </a:xfrm>
          <a:prstGeom prst="rect">
            <a:avLst/>
          </a:prstGeom>
          <a:solidFill>
            <a:srgbClr val="02A85E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Heatmap Matrix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No. of Patients by Day &amp; Hour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0" y="42976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Hour rows (00-02 to 23-24) vs Day columns (Mon–Sun) showing volume.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HOSPITAL EMERGENCY ROOM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</a:rPr>
              <a:t>Key DAX Measures &amp; Calculated Columns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859536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E0E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82296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Measure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1499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No. of Patients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66160" y="14996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DISTINCTCOUNT('Hospital ER_Data'[Patient Id])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911096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11096"/>
            <a:ext cx="82296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110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Measure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1947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Avg Wait Time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19476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AVERAGE('Hospital ER_Data'[Patient Waittime])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859536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E0ED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59152"/>
            <a:ext cx="82296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591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Measure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872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Patient Satisfaction Score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0" y="23957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AVERAGE('Hospital ER_Data'[Patient Satisfaction Score])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07208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07208"/>
            <a:ext cx="82296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807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Measure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2843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No. of Patients Referred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66160" y="28437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CALCULATE([No. of Patients], 'Hospital ER_Data'[Department Referral] &lt;&gt; "None")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255264"/>
            <a:ext cx="859536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E0ED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55264"/>
            <a:ext cx="822960" cy="384048"/>
          </a:xfrm>
          <a:prstGeom prst="rect">
            <a:avLst/>
          </a:prstGeom>
          <a:solidFill>
            <a:srgbClr val="0D6B8F"/>
          </a:solidFill>
          <a:ln w="12700">
            <a:solidFill>
              <a:srgbClr val="0D6B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552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Column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887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Age Group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SWITCH(TRUE(), [Patient Age] &gt;= 70, "70-79", [Patient Age] &gt;= 60, "60-69", ... "0-9")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703320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703320"/>
            <a:ext cx="822960" cy="384048"/>
          </a:xfrm>
          <a:prstGeom prst="rect">
            <a:avLst/>
          </a:prstGeom>
          <a:solidFill>
            <a:srgbClr val="0D6B8F"/>
          </a:solidFill>
          <a:ln w="12700">
            <a:solidFill>
              <a:srgbClr val="0D6B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703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Column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88720" y="37398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Admission Status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37398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IF([Patient Admission Flag] = TRUE, "Admitted", "Not Admitted")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151376"/>
            <a:ext cx="859536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E0ED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4151376"/>
            <a:ext cx="822960" cy="384048"/>
          </a:xfrm>
          <a:prstGeom prst="rect">
            <a:avLst/>
          </a:prstGeom>
          <a:solidFill>
            <a:srgbClr val="0D6B8F"/>
          </a:solidFill>
          <a:ln w="12700">
            <a:solidFill>
              <a:srgbClr val="0D6B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1513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Column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88720" y="4187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Waittime Interval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566160" y="4187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SWITCH(TRUE(), [Admission Time] &lt; 2, "00-02", &lt; 4, "03-04", ... "Above 24")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599432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599432"/>
            <a:ext cx="822960" cy="384048"/>
          </a:xfrm>
          <a:prstGeom prst="rect">
            <a:avLst/>
          </a:prstGeom>
          <a:solidFill>
            <a:srgbClr val="0D6B8F"/>
          </a:solidFill>
          <a:ln w="12700">
            <a:solidFill>
              <a:srgbClr val="0D6B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599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Column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88720" y="4636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2B"/>
                </a:solidFill>
              </a:rPr>
              <a:t>Month &amp; Year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566160" y="4636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FORMAT('Date Table'[Date], "MMM YYYY")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* All measures stored in Hospital ER_Data table  |  Date Table used for time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HOSPITAL EMERGENCY ROOM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</a:rPr>
              <a:t>Key Insights &amp;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74320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910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👥  9,216 Patients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93852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2A85E"/>
                </a:solidFill>
              </a:rPr>
              <a:t>19-month period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High patient volume requiring round-the-clock staffing and resource planning.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18688" y="14630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463040"/>
            <a:ext cx="274320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5910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⏱  35.3 Min Avg Wait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93852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2A85E"/>
                </a:solidFill>
              </a:rPr>
              <a:t>Improvement needed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28416" y="217627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Above optimal threshold. Monday mornings and late nights are peak pressure periods.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63056" y="14630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463040"/>
            <a:ext cx="274320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5910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⭐  4.99 / 10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2784" y="193852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2A85E"/>
                </a:solidFill>
              </a:rPr>
              <a:t>Moderate satisfaction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72784" y="217627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Directly correlated with wait times. Reducing wait time will improve scores significantly.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54680"/>
            <a:ext cx="274320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8269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📋  50% Admitted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63016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2A85E"/>
                </a:solidFill>
              </a:rPr>
              <a:t>4,612 admitted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86791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Nearly equal admitted vs treated-and-released split demands constant inpatient bed availability.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31546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3154680"/>
            <a:ext cx="274320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328269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📅  Monday Busiest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28416" y="363016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2A85E"/>
                </a:solidFill>
              </a:rPr>
              <a:t>1,377 patients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28416" y="386791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Saturdays and Tuesdays also elevated. Staff allocation must reflect weekly demand patterns.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63056" y="31546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154680"/>
            <a:ext cx="274320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328269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🏥  Top Referral: GP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72784" y="363016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2A85E"/>
                </a:solidFill>
              </a:rPr>
              <a:t>1,840 cases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72784" y="386791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General Practice leads, followed by Orthopedics (995). These departments need priority resources.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HOSPITAL EMERGENCY ROOM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</a:rPr>
              <a:t>Things to Watch Out for in Power BI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60520" cy="105156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457200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Use Old Card Visual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New Card has 'Categories' field — use the classic Card (only 'Value' field) for single metric display like No. of Patients.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160520" cy="105156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463040"/>
            <a:ext cx="457200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46304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554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Display Units = None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18653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Power BI auto-formats large numbers as 9K. Go to Format → Callout/Value → Display Units → None to show full number.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4160520" cy="105156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51760"/>
            <a:ext cx="457200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517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Formula Bar Visibility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0540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If formula bar is missing when creating measures, go to View tab and enable Formula Bar. Always select the table first before creating a new measure.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651760"/>
            <a:ext cx="4160520" cy="105156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651760"/>
            <a:ext cx="457200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6517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27432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Correct Column Names in DAX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30540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Always verify column names in the Data pane before writing DAX. Typos like 'Admission Hour' vs 'Admission Time' will cause #ERROR.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4160520" cy="105156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840480"/>
            <a:ext cx="457200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404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931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Visual Layering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424281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If a card appears behind a shape, use View → Selection pane to drag the card layer above the shape layer.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840480"/>
            <a:ext cx="4160520" cy="105156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840480"/>
            <a:ext cx="457200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8404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3931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B"/>
                </a:solidFill>
              </a:rPr>
              <a:t>KPI Visual Needs Trend Axis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424281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KPI visual requires a date field (Month Name) in the Trend Axis field — without it, the value won't display.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7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C2B2B"/>
          </a:solidFill>
          <a:ln w="12700">
            <a:solidFill>
              <a:srgbClr val="1C2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2DFCA"/>
                </a:solidFill>
              </a:rPr>
              <a:t>Hospital Emergency Room Dashboard — Power BI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CFB0"/>
                </a:solidFill>
              </a:rPr>
              <a:t>Built with:  Power BI Desktop  •  DAX  •  Data Modeling  •  Excel Data 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April 2023 – October 2024  |  9,216 Patients  |  4 Dashboard Views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CFB0"/>
                </a:solidFill>
              </a:rPr>
              <a:t>"Data-driven decisions for better emergency care."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Emergency Room Dashboard</dc:title>
  <dc:subject>PptxGenJS Presentation</dc:subject>
  <dc:creator>PptxGenJS</dc:creator>
  <cp:lastModifiedBy>PptxGenJS</cp:lastModifiedBy>
  <cp:revision>1</cp:revision>
  <dcterms:created xsi:type="dcterms:W3CDTF">2026-06-07T14:16:12Z</dcterms:created>
  <dcterms:modified xsi:type="dcterms:W3CDTF">2026-06-07T14:16:12Z</dcterms:modified>
</cp:coreProperties>
</file>